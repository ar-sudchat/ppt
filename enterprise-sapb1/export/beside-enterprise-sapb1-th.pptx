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f1cd0887c154205" /><Relationship Type="http://schemas.openxmlformats.org/package/2006/relationships/metadata/core-properties" Target="/docProps/core.xml" Id="R651d11daee214587" /><Relationship Type="http://schemas.openxmlformats.org/officeDocument/2006/relationships/extended-properties" Target="/docProps/app.xml" Id="Rb1a508c69805427c" /><Relationship Type="http://schemas.openxmlformats.org/officeDocument/2006/relationships/custom-properties" Target="/docProps/custom.xml" Id="R68b14041dc0a485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2d5997227c254dfd"/>
    <p:sldId id="257" r:id="R1f6ae53612764efe"/>
    <p:sldId id="258" r:id="Rce114768fcf14da0"/>
    <p:sldId id="259" r:id="R2d583eb5f37a4e8a"/>
    <p:sldId id="260" r:id="R2f05bdef56704e2e"/>
    <p:sldId id="261" r:id="R3153208399da4dcd"/>
    <p:sldId id="262" r:id="R1ace398598734bcc"/>
    <p:sldId id="263" r:id="R4e6c8230d7704fe3"/>
    <p:sldId id="264" r:id="Rfc6c4fc9c78d4bf4"/>
    <p:sldId id="265" r:id="R48ef7ce657674e61"/>
    <p:sldId id="266" r:id="R87b9f1d2c5a04a91"/>
    <p:sldId id="267" r:id="R240d79ea5fe84f42"/>
    <p:sldId id="268" r:id="R25012be94b674f34"/>
    <p:sldId id="269" r:id="Ree83bf89cba04b3a"/>
    <p:sldId id="270" r:id="Rad8311cf25e442df"/>
    <p:sldId id="271" r:id="R0925cbc70e8a4eb0"/>
    <p:sldId id="272" r:id="R03bb5bef7c284573"/>
    <p:sldId id="273" r:id="R41118e261d1747bc"/>
    <p:sldId id="274" r:id="R81b4b54928ed48c6"/>
    <p:sldId id="275" r:id="Raca100472674427f"/>
  </p:sldIdLst>
  <p:sldSz cx="12191695" cy="6858000" type="custom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2d5997227c254dfd" /><Relationship Type="http://schemas.openxmlformats.org/officeDocument/2006/relationships/slide" Target="/ppt/slides/slide2.xml" Id="R1f6ae53612764efe" /><Relationship Type="http://schemas.openxmlformats.org/officeDocument/2006/relationships/slide" Target="/ppt/slides/slide3.xml" Id="Rce114768fcf14da0" /><Relationship Type="http://schemas.openxmlformats.org/officeDocument/2006/relationships/slide" Target="/ppt/slides/slide4.xml" Id="R2d583eb5f37a4e8a" /><Relationship Type="http://schemas.openxmlformats.org/officeDocument/2006/relationships/slide" Target="/ppt/slides/slide5.xml" Id="R2f05bdef56704e2e" /><Relationship Type="http://schemas.openxmlformats.org/officeDocument/2006/relationships/slide" Target="/ppt/slides/slide6.xml" Id="R3153208399da4dcd" /><Relationship Type="http://schemas.openxmlformats.org/officeDocument/2006/relationships/slide" Target="/ppt/slides/slide7.xml" Id="R1ace398598734bcc" /><Relationship Type="http://schemas.openxmlformats.org/officeDocument/2006/relationships/slide" Target="/ppt/slides/slide8.xml" Id="R4e6c8230d7704fe3" /><Relationship Type="http://schemas.openxmlformats.org/officeDocument/2006/relationships/slide" Target="/ppt/slides/slide9.xml" Id="Rfc6c4fc9c78d4bf4" /><Relationship Type="http://schemas.openxmlformats.org/officeDocument/2006/relationships/slide" Target="/ppt/slides/slide10.xml" Id="R48ef7ce657674e61" /><Relationship Type="http://schemas.openxmlformats.org/officeDocument/2006/relationships/slide" Target="/ppt/slides/slide11.xml" Id="R87b9f1d2c5a04a91" /><Relationship Type="http://schemas.openxmlformats.org/officeDocument/2006/relationships/slide" Target="/ppt/slides/slide12.xml" Id="R240d79ea5fe84f42" /><Relationship Type="http://schemas.openxmlformats.org/officeDocument/2006/relationships/slide" Target="/ppt/slides/slide13.xml" Id="R25012be94b674f34" /><Relationship Type="http://schemas.openxmlformats.org/officeDocument/2006/relationships/slide" Target="/ppt/slides/slide14.xml" Id="Ree83bf89cba04b3a" /><Relationship Type="http://schemas.openxmlformats.org/officeDocument/2006/relationships/slide" Target="/ppt/slides/slide15.xml" Id="Rad8311cf25e442df" /><Relationship Type="http://schemas.openxmlformats.org/officeDocument/2006/relationships/slide" Target="/ppt/slides/slide16.xml" Id="R0925cbc70e8a4eb0" /><Relationship Type="http://schemas.openxmlformats.org/officeDocument/2006/relationships/slide" Target="/ppt/slides/slide17.xml" Id="R03bb5bef7c284573" /><Relationship Type="http://schemas.openxmlformats.org/officeDocument/2006/relationships/slide" Target="/ppt/slides/slide18.xml" Id="R41118e261d1747bc" /><Relationship Type="http://schemas.openxmlformats.org/officeDocument/2006/relationships/slide" Target="/ppt/slides/slide19.xml" Id="R81b4b54928ed48c6" /><Relationship Type="http://schemas.openxmlformats.org/officeDocument/2006/relationships/slide" Target="/ppt/slides/slide20.xml" Id="Raca100472674427f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1a1aee5eb044c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2a8b4c567e447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5cfcd4658a436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71a55ee5294ab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3b2b755c2c436e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1542dbed9216482f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8edc6d01d14b45" /><Relationship Type="http://schemas.openxmlformats.org/officeDocument/2006/relationships/image" Target="/ppt/media/image.png" Id="R5154fa127cfb4c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3da25a0514e68" /><Relationship Type="http://schemas.openxmlformats.org/officeDocument/2006/relationships/image" Target="/ppt/media/image2.png" Id="R60186b95d44b4f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1d976afc4f4d57" /><Relationship Type="http://schemas.openxmlformats.org/officeDocument/2006/relationships/image" Target="/ppt/media/image3.png" Id="Rf1dada34075046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b39b9559c44574" /><Relationship Type="http://schemas.openxmlformats.org/officeDocument/2006/relationships/image" Target="/ppt/media/image4.png" Id="R98b58a66f96f4d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44d7d84c5543cc" /><Relationship Type="http://schemas.openxmlformats.org/officeDocument/2006/relationships/image" Target="/ppt/media/image5.png" Id="R407964797dc047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781746ba5e4c90" /><Relationship Type="http://schemas.openxmlformats.org/officeDocument/2006/relationships/image" Target="/ppt/media/image6.png" Id="R981f0e0752934a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849ed677794869" /><Relationship Type="http://schemas.openxmlformats.org/officeDocument/2006/relationships/image" Target="/ppt/media/image7.png" Id="Ra3ea5466690248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2bebb022474b15" /><Relationship Type="http://schemas.openxmlformats.org/officeDocument/2006/relationships/image" Target="/ppt/media/image8.png" Id="R5e65cec36c304d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8d5ec999104baf" /><Relationship Type="http://schemas.openxmlformats.org/officeDocument/2006/relationships/image" Target="/ppt/media/image9.png" Id="R48eb2c2dc2ce4f3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ca20190017429f" /><Relationship Type="http://schemas.openxmlformats.org/officeDocument/2006/relationships/image" Target="/ppt/media/image10.png" Id="R64c570068a294f3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0391ea11654338" /><Relationship Type="http://schemas.openxmlformats.org/officeDocument/2006/relationships/image" Target="/ppt/media/image11.png" Id="R9cd1b883b62344e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fc7de096044ccd" /><Relationship Type="http://schemas.openxmlformats.org/officeDocument/2006/relationships/image" Target="/ppt/media/image12.png" Id="Rf44d73f01c164a2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424a75624f4289" /><Relationship Type="http://schemas.openxmlformats.org/officeDocument/2006/relationships/image" Target="/ppt/media/image13.png" Id="R3991dfa5a60943e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3ba765efb440f0" /><Relationship Type="http://schemas.openxmlformats.org/officeDocument/2006/relationships/image" Target="/ppt/media/image14.png" Id="Rec84bc441144471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d3a3fa0c2945c9" /><Relationship Type="http://schemas.openxmlformats.org/officeDocument/2006/relationships/image" Target="/ppt/media/image15.png" Id="R3bcba3c4cf37480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1b91c0d0ad49dc" /><Relationship Type="http://schemas.openxmlformats.org/officeDocument/2006/relationships/image" Target="/ppt/media/image16.png" Id="R1d62ecf87be3458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5353a5e7d646ac" /><Relationship Type="http://schemas.openxmlformats.org/officeDocument/2006/relationships/image" Target="/ppt/media/image17.png" Id="R98ddc1bae0c3448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424ef63fca46c7" /><Relationship Type="http://schemas.openxmlformats.org/officeDocument/2006/relationships/image" Target="/ppt/media/image18.png" Id="Rb31e95cb0e58408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2b5b2ce0e9482d" /><Relationship Type="http://schemas.openxmlformats.org/officeDocument/2006/relationships/image" Target="/ppt/media/image19.png" Id="Re6953735c469455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fd924a3db441f2" /><Relationship Type="http://schemas.openxmlformats.org/officeDocument/2006/relationships/image" Target="/ppt/media/image20.png" Id="Rb159468cee59466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54fa127cfb4c6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186b95d44b4f2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dada34075046b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b58a66f96f4d6c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7964797dc0476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1f0e0752934a9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ea54666902485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7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65cec36c304dd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eb2c2dc2ce4f3d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c570068a294f39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d1b883b62344e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4d73f01c164a2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91dfa5a60943e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84bc441144471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ba3c4cf37480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62ecf87be3458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ddc1bae0c3448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7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1e95cb0e58408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953735c469455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59468cee59466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OfficeCLI/1.0.151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2026-10-28T03:35:25.0000000Z</dcterms:created>
  <lastModifiedBy>OfficeCLI</lastModifiedBy>
  <dcterms:modified xsi:type="dcterms:W3CDTF">2026-10-28T03:35:25.9531050Z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1.0.151</vt:lpwstr>
  </op:property>
  <op:property fmtid="{D5CDD505-2E9C-101B-9397-08002B2CF9AE}" pid="3" name="OfficeCLI.LastModified">
    <vt:lpwstr xmlns:vt="http://schemas.openxmlformats.org/officeDocument/2006/docPropsVTypes">2026-10-28T03:35:28Z</vt:lpwstr>
  </op:property>
</op:Properties>
</file>