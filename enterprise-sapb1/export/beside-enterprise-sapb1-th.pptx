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785b12c99d94ee0" /><Relationship Type="http://schemas.openxmlformats.org/package/2006/relationships/metadata/core-properties" Target="/docProps/core.xml" Id="R8d1d8fcec4e14abe" /><Relationship Type="http://schemas.openxmlformats.org/officeDocument/2006/relationships/extended-properties" Target="/docProps/app.xml" Id="R145cce39d1f740f1" /><Relationship Type="http://schemas.openxmlformats.org/officeDocument/2006/relationships/custom-properties" Target="/docProps/custom.xml" Id="R79d015fe763442c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bfd4a8bcd3248e8"/>
    <p:sldId id="257" r:id="Ra227dc7fb3144a5e"/>
    <p:sldId id="258" r:id="Rb67452766c9e437f"/>
    <p:sldId id="259" r:id="R6064c37c083b4d92"/>
    <p:sldId id="260" r:id="Rf140536a2ec54a4b"/>
    <p:sldId id="261" r:id="R5149ffdad46a40e0"/>
    <p:sldId id="262" r:id="R6142dff1e522492f"/>
    <p:sldId id="263" r:id="R2357909e4e0945d8"/>
    <p:sldId id="264" r:id="Rdfccb94d6a534f90"/>
    <p:sldId id="265" r:id="R349385e3569b41e0"/>
    <p:sldId id="266" r:id="R428f1abf0ef342f1"/>
    <p:sldId id="267" r:id="R09e229edc46047b6"/>
    <p:sldId id="268" r:id="R8f9dc5bd19e74f2b"/>
    <p:sldId id="269" r:id="R4eca79929e364c7a"/>
    <p:sldId id="270" r:id="R70fc1f9f38f5467f"/>
    <p:sldId id="271" r:id="Rdcacd92f6504431a"/>
    <p:sldId id="272" r:id="Refb48be183914d60"/>
    <p:sldId id="273" r:id="Rf0e1d683576a4154"/>
    <p:sldId id="274" r:id="R937f8de9cf8f4fbb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bfd4a8bcd3248e8" /><Relationship Type="http://schemas.openxmlformats.org/officeDocument/2006/relationships/slide" Target="/ppt/slides/slide2.xml" Id="Ra227dc7fb3144a5e" /><Relationship Type="http://schemas.openxmlformats.org/officeDocument/2006/relationships/slide" Target="/ppt/slides/slide3.xml" Id="Rb67452766c9e437f" /><Relationship Type="http://schemas.openxmlformats.org/officeDocument/2006/relationships/slide" Target="/ppt/slides/slide4.xml" Id="R6064c37c083b4d92" /><Relationship Type="http://schemas.openxmlformats.org/officeDocument/2006/relationships/slide" Target="/ppt/slides/slide5.xml" Id="Rf140536a2ec54a4b" /><Relationship Type="http://schemas.openxmlformats.org/officeDocument/2006/relationships/slide" Target="/ppt/slides/slide6.xml" Id="R5149ffdad46a40e0" /><Relationship Type="http://schemas.openxmlformats.org/officeDocument/2006/relationships/slide" Target="/ppt/slides/slide7.xml" Id="R6142dff1e522492f" /><Relationship Type="http://schemas.openxmlformats.org/officeDocument/2006/relationships/slide" Target="/ppt/slides/slide8.xml" Id="R2357909e4e0945d8" /><Relationship Type="http://schemas.openxmlformats.org/officeDocument/2006/relationships/slide" Target="/ppt/slides/slide9.xml" Id="Rdfccb94d6a534f90" /><Relationship Type="http://schemas.openxmlformats.org/officeDocument/2006/relationships/slide" Target="/ppt/slides/slide10.xml" Id="R349385e3569b41e0" /><Relationship Type="http://schemas.openxmlformats.org/officeDocument/2006/relationships/slide" Target="/ppt/slides/slide11.xml" Id="R428f1abf0ef342f1" /><Relationship Type="http://schemas.openxmlformats.org/officeDocument/2006/relationships/slide" Target="/ppt/slides/slide12.xml" Id="R09e229edc46047b6" /><Relationship Type="http://schemas.openxmlformats.org/officeDocument/2006/relationships/slide" Target="/ppt/slides/slide13.xml" Id="R8f9dc5bd19e74f2b" /><Relationship Type="http://schemas.openxmlformats.org/officeDocument/2006/relationships/slide" Target="/ppt/slides/slide14.xml" Id="R4eca79929e364c7a" /><Relationship Type="http://schemas.openxmlformats.org/officeDocument/2006/relationships/slide" Target="/ppt/slides/slide15.xml" Id="R70fc1f9f38f5467f" /><Relationship Type="http://schemas.openxmlformats.org/officeDocument/2006/relationships/slide" Target="/ppt/slides/slide16.xml" Id="Rdcacd92f6504431a" /><Relationship Type="http://schemas.openxmlformats.org/officeDocument/2006/relationships/slide" Target="/ppt/slides/slide17.xml" Id="Refb48be183914d60" /><Relationship Type="http://schemas.openxmlformats.org/officeDocument/2006/relationships/slide" Target="/ppt/slides/slide18.xml" Id="Rf0e1d683576a4154" /><Relationship Type="http://schemas.openxmlformats.org/officeDocument/2006/relationships/slide" Target="/ppt/slides/slide19.xml" Id="R937f8de9cf8f4fb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8811c7bd549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01ee062f442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c58a25ac34a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73d47c37e47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ae0df14a147e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2fda9d831af437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d8337fa7a4f18" /><Relationship Type="http://schemas.openxmlformats.org/officeDocument/2006/relationships/image" Target="/ppt/media/image.png" Id="R099d05700ffd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a9ee3b64454a" /><Relationship Type="http://schemas.openxmlformats.org/officeDocument/2006/relationships/image" Target="/ppt/media/image2.png" Id="R121d382334164f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a896d62ce495a" /><Relationship Type="http://schemas.openxmlformats.org/officeDocument/2006/relationships/image" Target="/ppt/media/image3.png" Id="R0fe350b943794e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903f74d04765" /><Relationship Type="http://schemas.openxmlformats.org/officeDocument/2006/relationships/image" Target="/ppt/media/image4.png" Id="Rd6f0c5a39dd943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c60d594f24a9a" /><Relationship Type="http://schemas.openxmlformats.org/officeDocument/2006/relationships/image" Target="/ppt/media/image5.png" Id="R4eb848971cb3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eeba3488e4b9b" /><Relationship Type="http://schemas.openxmlformats.org/officeDocument/2006/relationships/image" Target="/ppt/media/image6.png" Id="R8298a7af7f28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c799cd7948d0" /><Relationship Type="http://schemas.openxmlformats.org/officeDocument/2006/relationships/image" Target="/ppt/media/image7.png" Id="Re6881a6ebe714d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136d1cae4e48" /><Relationship Type="http://schemas.openxmlformats.org/officeDocument/2006/relationships/image" Target="/ppt/media/image8.png" Id="Rfbc6a7b4eb4b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0de6a6d1446c6" /><Relationship Type="http://schemas.openxmlformats.org/officeDocument/2006/relationships/image" Target="/ppt/media/image9.png" Id="R9cb714e68d0545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fe57625f4693" /><Relationship Type="http://schemas.openxmlformats.org/officeDocument/2006/relationships/image" Target="/ppt/media/image10.png" Id="Raa366a1b3c2f40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a9994c3348a4" /><Relationship Type="http://schemas.openxmlformats.org/officeDocument/2006/relationships/image" Target="/ppt/media/image11.png" Id="R0b95cef6309545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5d98b4d6c4792" /><Relationship Type="http://schemas.openxmlformats.org/officeDocument/2006/relationships/image" Target="/ppt/media/image12.png" Id="R640cd39366714f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d2871d6924159" /><Relationship Type="http://schemas.openxmlformats.org/officeDocument/2006/relationships/image" Target="/ppt/media/image13.png" Id="Redbde7b84c4241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dd697077743da" /><Relationship Type="http://schemas.openxmlformats.org/officeDocument/2006/relationships/image" Target="/ppt/media/image14.png" Id="R003b65db567346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c16f5f61e41af" /><Relationship Type="http://schemas.openxmlformats.org/officeDocument/2006/relationships/image" Target="/ppt/media/image15.png" Id="R8c9c302813b64c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09e75cc294d83" /><Relationship Type="http://schemas.openxmlformats.org/officeDocument/2006/relationships/image" Target="/ppt/media/image16.png" Id="R09387a29d19b4d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79492573a464c" /><Relationship Type="http://schemas.openxmlformats.org/officeDocument/2006/relationships/image" Target="/ppt/media/image17.png" Id="R5fbc163fb2644e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ffa5be57477a" /><Relationship Type="http://schemas.openxmlformats.org/officeDocument/2006/relationships/image" Target="/ppt/media/image18.png" Id="R68a46903bc5f46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38ba12354318" /><Relationship Type="http://schemas.openxmlformats.org/officeDocument/2006/relationships/image" Target="/ppt/media/image19.png" Id="Rb78129be9c1847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d05700ffd4b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382334164fc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350b943794eb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0c5a39dd943f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848971cb343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8a7af7f2848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1a6ebe714d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6a7b4eb4b45c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714e68d0545a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66a1b3c2f40b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5cef6309545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cd39366714f7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de7b84c4241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b65db567346c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c302813b64c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87a29d19b4de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c163fb2644e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46903bc5f46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129be9c1847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2026-10-27T07:39:36.0000000Z</dcterms:created>
  <lastModifiedBy>OfficeCLI</lastModifiedBy>
  <dcterms:modified xsi:type="dcterms:W3CDTF">2026-10-27T07:39:37.1245500Z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2026-10-27T07:39:39Z</vt:lpwstr>
  </op:property>
</op:Properties>
</file>