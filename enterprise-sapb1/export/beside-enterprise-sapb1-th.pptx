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248a568300d4056" /><Relationship Type="http://schemas.openxmlformats.org/package/2006/relationships/metadata/core-properties" Target="/docProps/core.xml" Id="Rfa8bfb9dc3d14829" /><Relationship Type="http://schemas.openxmlformats.org/officeDocument/2006/relationships/extended-properties" Target="/docProps/app.xml" Id="R5e2e6996f9464045" /><Relationship Type="http://schemas.openxmlformats.org/officeDocument/2006/relationships/custom-properties" Target="/docProps/custom.xml" Id="R830a7b8563d0409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551c50b1b4894deb"/>
    <p:sldId id="257" r:id="R570029ff9e6947ad"/>
    <p:sldId id="258" r:id="R4f3a4794aad44e80"/>
    <p:sldId id="259" r:id="Ra0f5b4d71d9f4140"/>
    <p:sldId id="260" r:id="R4b920a4ee95e455e"/>
    <p:sldId id="261" r:id="R6a4ac0a2d690410e"/>
    <p:sldId id="262" r:id="R0eff6b37e0e4495d"/>
    <p:sldId id="263" r:id="R8ba195dc930f4e0c"/>
    <p:sldId id="264" r:id="Rb42cb92577b14ef4"/>
    <p:sldId id="265" r:id="R69d35bce66f245e4"/>
    <p:sldId id="266" r:id="Rb88a0818583c4a42"/>
    <p:sldId id="267" r:id="Rd16f8bf6768d4f59"/>
    <p:sldId id="268" r:id="R0999ef5e3acf4911"/>
    <p:sldId id="269" r:id="Rb9b47e02d05348da"/>
    <p:sldId id="270" r:id="R43a4688f2db7496f"/>
    <p:sldId id="271" r:id="R0cd364bf93624935"/>
    <p:sldId id="272" r:id="Rf728b7ae763e4262"/>
    <p:sldId id="273" r:id="R13cba1d9352a4081"/>
    <p:sldId id="274" r:id="R65556bb09508416e"/>
  </p:sldIdLst>
  <p:sldSz cx="12191695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51c50b1b4894deb" /><Relationship Type="http://schemas.openxmlformats.org/officeDocument/2006/relationships/slide" Target="/ppt/slides/slide2.xml" Id="R570029ff9e6947ad" /><Relationship Type="http://schemas.openxmlformats.org/officeDocument/2006/relationships/slide" Target="/ppt/slides/slide3.xml" Id="R4f3a4794aad44e80" /><Relationship Type="http://schemas.openxmlformats.org/officeDocument/2006/relationships/slide" Target="/ppt/slides/slide4.xml" Id="Ra0f5b4d71d9f4140" /><Relationship Type="http://schemas.openxmlformats.org/officeDocument/2006/relationships/slide" Target="/ppt/slides/slide5.xml" Id="R4b920a4ee95e455e" /><Relationship Type="http://schemas.openxmlformats.org/officeDocument/2006/relationships/slide" Target="/ppt/slides/slide6.xml" Id="R6a4ac0a2d690410e" /><Relationship Type="http://schemas.openxmlformats.org/officeDocument/2006/relationships/slide" Target="/ppt/slides/slide7.xml" Id="R0eff6b37e0e4495d" /><Relationship Type="http://schemas.openxmlformats.org/officeDocument/2006/relationships/slide" Target="/ppt/slides/slide8.xml" Id="R8ba195dc930f4e0c" /><Relationship Type="http://schemas.openxmlformats.org/officeDocument/2006/relationships/slide" Target="/ppt/slides/slide9.xml" Id="Rb42cb92577b14ef4" /><Relationship Type="http://schemas.openxmlformats.org/officeDocument/2006/relationships/slide" Target="/ppt/slides/slide10.xml" Id="R69d35bce66f245e4" /><Relationship Type="http://schemas.openxmlformats.org/officeDocument/2006/relationships/slide" Target="/ppt/slides/slide11.xml" Id="Rb88a0818583c4a42" /><Relationship Type="http://schemas.openxmlformats.org/officeDocument/2006/relationships/slide" Target="/ppt/slides/slide12.xml" Id="Rd16f8bf6768d4f59" /><Relationship Type="http://schemas.openxmlformats.org/officeDocument/2006/relationships/slide" Target="/ppt/slides/slide13.xml" Id="R0999ef5e3acf4911" /><Relationship Type="http://schemas.openxmlformats.org/officeDocument/2006/relationships/slide" Target="/ppt/slides/slide14.xml" Id="Rb9b47e02d05348da" /><Relationship Type="http://schemas.openxmlformats.org/officeDocument/2006/relationships/slide" Target="/ppt/slides/slide15.xml" Id="R43a4688f2db7496f" /><Relationship Type="http://schemas.openxmlformats.org/officeDocument/2006/relationships/slide" Target="/ppt/slides/slide16.xml" Id="R0cd364bf93624935" /><Relationship Type="http://schemas.openxmlformats.org/officeDocument/2006/relationships/slide" Target="/ppt/slides/slide17.xml" Id="Rf728b7ae763e4262" /><Relationship Type="http://schemas.openxmlformats.org/officeDocument/2006/relationships/slide" Target="/ppt/slides/slide18.xml" Id="R13cba1d9352a4081" /><Relationship Type="http://schemas.openxmlformats.org/officeDocument/2006/relationships/slide" Target="/ppt/slides/slide19.xml" Id="R65556bb09508416e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2405eca7946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c33376104f4d5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f37ff7432144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92b06f4f52475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e750c2698f403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9db4ee5756f4e8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ecfc813284514" /><Relationship Type="http://schemas.openxmlformats.org/officeDocument/2006/relationships/image" Target="/ppt/media/image.png" Id="Rb166b9b649b344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9804ffdbb4d4d" /><Relationship Type="http://schemas.openxmlformats.org/officeDocument/2006/relationships/image" Target="/ppt/media/image2.png" Id="R75181beb038647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d39c81cba4016" /><Relationship Type="http://schemas.openxmlformats.org/officeDocument/2006/relationships/image" Target="/ppt/media/image3.png" Id="R44eab3dcdb9a4b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3f8f334d44da8" /><Relationship Type="http://schemas.openxmlformats.org/officeDocument/2006/relationships/image" Target="/ppt/media/image4.png" Id="Reefaf392539742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bf769c3c740e7" /><Relationship Type="http://schemas.openxmlformats.org/officeDocument/2006/relationships/image" Target="/ppt/media/image5.png" Id="Rb77ee88abb2646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43089bd52e4b7b" /><Relationship Type="http://schemas.openxmlformats.org/officeDocument/2006/relationships/image" Target="/ppt/media/image6.png" Id="R34b69f484d984e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22f34b24d4458" /><Relationship Type="http://schemas.openxmlformats.org/officeDocument/2006/relationships/image" Target="/ppt/media/image7.png" Id="R65ed0234360e41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2525fc86f4e76" /><Relationship Type="http://schemas.openxmlformats.org/officeDocument/2006/relationships/image" Target="/ppt/media/image8.png" Id="R077005e766184e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84c279d1e4867" /><Relationship Type="http://schemas.openxmlformats.org/officeDocument/2006/relationships/image" Target="/ppt/media/image9.png" Id="R774d93d9735342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db9e1fd644813" /><Relationship Type="http://schemas.openxmlformats.org/officeDocument/2006/relationships/image" Target="/ppt/media/image10.png" Id="R6ea8b1daac4048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6d3ad89d04c5a" /><Relationship Type="http://schemas.openxmlformats.org/officeDocument/2006/relationships/image" Target="/ppt/media/image11.png" Id="R7e3c20a47ba646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bb6c1ed064bbd" /><Relationship Type="http://schemas.openxmlformats.org/officeDocument/2006/relationships/image" Target="/ppt/media/image12.png" Id="R1108f354b1cb48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794ca54fb42c9" /><Relationship Type="http://schemas.openxmlformats.org/officeDocument/2006/relationships/image" Target="/ppt/media/image13.png" Id="R9c65e0bda05848a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d280402814b15" /><Relationship Type="http://schemas.openxmlformats.org/officeDocument/2006/relationships/image" Target="/ppt/media/image14.png" Id="Rf36015ea722044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6060ee3c945c0" /><Relationship Type="http://schemas.openxmlformats.org/officeDocument/2006/relationships/image" Target="/ppt/media/image15.png" Id="Rdf648b6373d442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c6e53a7cb4145" /><Relationship Type="http://schemas.openxmlformats.org/officeDocument/2006/relationships/image" Target="/ppt/media/image16.png" Id="Ref9c60920bca427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95d35777e45e5" /><Relationship Type="http://schemas.openxmlformats.org/officeDocument/2006/relationships/image" Target="/ppt/media/image17.png" Id="Ref95699e44d6443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2f7e6dee4400c" /><Relationship Type="http://schemas.openxmlformats.org/officeDocument/2006/relationships/image" Target="/ppt/media/image18.png" Id="Rfa424d4a8225455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de759b9454110" /><Relationship Type="http://schemas.openxmlformats.org/officeDocument/2006/relationships/image" Target="/ppt/media/image19.png" Id="R7ead5a450acd4a6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6b9b649b3443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81beb0386477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ab3dcdb9a4b2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af3925397427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ee88abb2646e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69f484d984e1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d0234360e41a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005e766184e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d93d9735342b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8b1daac40484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c20a47ba6461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08f354b1cb483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5e0bda05848a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015ea722044f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48b6373d4427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c60920bca427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5699e44d6443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24d4a8225455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1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d5a450acd4a6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OfficeCLI/1.0.151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2026-10-27T15:40:44.0000000Z</dcterms:created>
  <lastModifiedBy>OfficeCLI</lastModifiedBy>
  <dcterms:modified xsi:type="dcterms:W3CDTF">2026-10-27T15:40:44.9871570Z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1.0.151</vt:lpwstr>
  </op:property>
  <op:property fmtid="{D5CDD505-2E9C-101B-9397-08002B2CF9AE}" pid="3" name="OfficeCLI.LastModified">
    <vt:lpwstr xmlns:vt="http://schemas.openxmlformats.org/officeDocument/2006/docPropsVTypes">2026-10-27T15:40:48Z</vt:lpwstr>
  </op:property>
</op:Properties>
</file>