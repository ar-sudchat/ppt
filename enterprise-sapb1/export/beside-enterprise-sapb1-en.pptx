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Default Extension="png" ContentType="image/png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a94a22bf24194956" /><Relationship Type="http://schemas.openxmlformats.org/package/2006/relationships/metadata/core-properties" Target="/docProps/core.xml" Id="R7495c1c3e66d43d7" /><Relationship Type="http://schemas.openxmlformats.org/officeDocument/2006/relationships/extended-properties" Target="/docProps/app.xml" Id="R96e040bc8a9a4104" /><Relationship Type="http://schemas.openxmlformats.org/officeDocument/2006/relationships/custom-properties" Target="/docProps/custom.xml" Id="Re334bed6d250432f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Id1"/>
  </p:sldMasterIdLst>
  <p:sldIdLst>
    <p:sldId id="256" r:id="R6a0110b27228411f"/>
    <p:sldId id="257" r:id="Re3639ffa1dd64e52"/>
    <p:sldId id="258" r:id="R98f3f7264dc34893"/>
    <p:sldId id="259" r:id="R3167de5977964905"/>
    <p:sldId id="260" r:id="R71b8946c936b4c1a"/>
    <p:sldId id="261" r:id="R73c099593a594269"/>
    <p:sldId id="262" r:id="R3102c2212a8b4f04"/>
    <p:sldId id="263" r:id="R963ce2bfdde54f20"/>
    <p:sldId id="264" r:id="R8d02bf28b0e04925"/>
    <p:sldId id="265" r:id="Ra4353d50f8384b18"/>
    <p:sldId id="266" r:id="R9c1341c6a23b47e3"/>
    <p:sldId id="267" r:id="R90db7a489ae84c0c"/>
    <p:sldId id="268" r:id="Rbfce611e66204b3d"/>
    <p:sldId id="269" r:id="Rcf977144c0324a7c"/>
    <p:sldId id="270" r:id="R0c1c7c2de56c48dc"/>
    <p:sldId id="271" r:id="R356e9f1860f84fff"/>
    <p:sldId id="272" r:id="Ra0d0aca0c8e243d1"/>
    <p:sldId id="273" r:id="R79ab4dd844954564"/>
    <p:sldId id="274" r:id="R84e8a81ae34f44ee"/>
  </p:sldIdLst>
  <p:sldSz cx="12191695" cy="6858000" type="custom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1" /><Relationship Type="http://schemas.openxmlformats.org/officeDocument/2006/relationships/theme" Target="/ppt/theme/theme1.xml" Id="rId2" /><Relationship Type="http://schemas.openxmlformats.org/officeDocument/2006/relationships/slide" Target="/ppt/slides/slide1.xml" Id="R6a0110b27228411f" /><Relationship Type="http://schemas.openxmlformats.org/officeDocument/2006/relationships/slide" Target="/ppt/slides/slide2.xml" Id="Re3639ffa1dd64e52" /><Relationship Type="http://schemas.openxmlformats.org/officeDocument/2006/relationships/slide" Target="/ppt/slides/slide3.xml" Id="R98f3f7264dc34893" /><Relationship Type="http://schemas.openxmlformats.org/officeDocument/2006/relationships/slide" Target="/ppt/slides/slide4.xml" Id="R3167de5977964905" /><Relationship Type="http://schemas.openxmlformats.org/officeDocument/2006/relationships/slide" Target="/ppt/slides/slide5.xml" Id="R71b8946c936b4c1a" /><Relationship Type="http://schemas.openxmlformats.org/officeDocument/2006/relationships/slide" Target="/ppt/slides/slide6.xml" Id="R73c099593a594269" /><Relationship Type="http://schemas.openxmlformats.org/officeDocument/2006/relationships/slide" Target="/ppt/slides/slide7.xml" Id="R3102c2212a8b4f04" /><Relationship Type="http://schemas.openxmlformats.org/officeDocument/2006/relationships/slide" Target="/ppt/slides/slide8.xml" Id="R963ce2bfdde54f20" /><Relationship Type="http://schemas.openxmlformats.org/officeDocument/2006/relationships/slide" Target="/ppt/slides/slide9.xml" Id="R8d02bf28b0e04925" /><Relationship Type="http://schemas.openxmlformats.org/officeDocument/2006/relationships/slide" Target="/ppt/slides/slide10.xml" Id="Ra4353d50f8384b18" /><Relationship Type="http://schemas.openxmlformats.org/officeDocument/2006/relationships/slide" Target="/ppt/slides/slide11.xml" Id="R9c1341c6a23b47e3" /><Relationship Type="http://schemas.openxmlformats.org/officeDocument/2006/relationships/slide" Target="/ppt/slides/slide12.xml" Id="R90db7a489ae84c0c" /><Relationship Type="http://schemas.openxmlformats.org/officeDocument/2006/relationships/slide" Target="/ppt/slides/slide13.xml" Id="Rbfce611e66204b3d" /><Relationship Type="http://schemas.openxmlformats.org/officeDocument/2006/relationships/slide" Target="/ppt/slides/slide14.xml" Id="Rcf977144c0324a7c" /><Relationship Type="http://schemas.openxmlformats.org/officeDocument/2006/relationships/slide" Target="/ppt/slides/slide15.xml" Id="R0c1c7c2de56c48dc" /><Relationship Type="http://schemas.openxmlformats.org/officeDocument/2006/relationships/slide" Target="/ppt/slides/slide16.xml" Id="R356e9f1860f84fff" /><Relationship Type="http://schemas.openxmlformats.org/officeDocument/2006/relationships/slide" Target="/ppt/slides/slide17.xml" Id="Ra0d0aca0c8e243d1" /><Relationship Type="http://schemas.openxmlformats.org/officeDocument/2006/relationships/slide" Target="/ppt/slides/slide18.xml" Id="R79ab4dd844954564" /><Relationship Type="http://schemas.openxmlformats.org/officeDocument/2006/relationships/slide" Target="/ppt/slides/slide19.xml" Id="R84e8a81ae34f44ee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557f25aed02408c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0c7de8329584a80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d389712404a469e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25410a0fb9b4bda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6e01ba214fa4478" /></Relationships>
</file>

<file path=ppt/slideLayouts/slideLayout1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</p:sldLayout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ctrTitle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Subtitle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3.xml><?xml version="1.0" encoding="utf-8"?>
<p:sldLayout xmlns:p="http://schemas.openxmlformats.org/presentationml/2006/main" type="objTx">
  <p:cSld name="Title and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ColTx">
  <p:cSld name="Two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 Lef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4" name="Content Right"/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5.xml><?xml version="1.0" encoding="utf-8"?>
<p:sldLayout xmlns:p="http://schemas.openxmlformats.org/presentationml/2006/main" type="titleOnly">
  <p:cSld name="Title Only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Relationship Type="http://schemas.openxmlformats.org/officeDocument/2006/relationships/theme" Target="/ppt/theme/theme1.xml" Id="R24cf76615c6b4582" /><Relationship Type="http://schemas.openxmlformats.org/officeDocument/2006/relationships/slideLayout" Target="/ppt/slideLayouts/slideLayout2.xml" Id="rId2" /><Relationship Type="http://schemas.openxmlformats.org/officeDocument/2006/relationships/slideLayout" Target="/ppt/slideLayouts/slideLayout3.xml" Id="rId3" /><Relationship Type="http://schemas.openxmlformats.org/officeDocument/2006/relationships/slideLayout" Target="/ppt/slideLayouts/slideLayout4.xml" Id="rId4" /><Relationship Type="http://schemas.openxmlformats.org/officeDocument/2006/relationships/slideLayout" Target="/ppt/slideLayouts/slideLayout5.xml" Id="rId5" /></Relationships>
</file>

<file path=ppt/slideMasters/slideMaster1.xml><?xml version="1.0" encoding="utf-8"?>
<p:sldMaster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1"/>
    <p:sldLayoutId xmlns:r="http://schemas.openxmlformats.org/officeDocument/2006/relationships" id="2147483650" r:id="rId2"/>
    <p:sldLayoutId xmlns:r="http://schemas.openxmlformats.org/officeDocument/2006/relationships" id="2147483651" r:id="rId3"/>
    <p:sldLayoutId xmlns:r="http://schemas.openxmlformats.org/officeDocument/2006/relationships" id="2147483652" r:id="rId4"/>
    <p:sldLayoutId xmlns:r="http://schemas.openxmlformats.org/officeDocument/2006/relationships" id="2147483653" r:id="rId5"/>
  </p:sldLayoutIdLst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5159b784f6849cc" /><Relationship Type="http://schemas.openxmlformats.org/officeDocument/2006/relationships/image" Target="/ppt/media/image.png" Id="R9b2bbb43e525438a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3a294e316a04283" /><Relationship Type="http://schemas.openxmlformats.org/officeDocument/2006/relationships/image" Target="/ppt/media/image2.png" Id="R2117489a510c4f3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38769e812aa44ce" /><Relationship Type="http://schemas.openxmlformats.org/officeDocument/2006/relationships/image" Target="/ppt/media/image3.png" Id="R0dc61d334d32482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a6328a3a8954f46" /><Relationship Type="http://schemas.openxmlformats.org/officeDocument/2006/relationships/image" Target="/ppt/media/image4.png" Id="R57dd54b4a6f14736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7748dab3c384ba6" /><Relationship Type="http://schemas.openxmlformats.org/officeDocument/2006/relationships/image" Target="/ppt/media/image5.png" Id="Rce57cf32fc67477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824b907daeb4f0e" /><Relationship Type="http://schemas.openxmlformats.org/officeDocument/2006/relationships/image" Target="/ppt/media/image6.png" Id="R064f07ca1a6742fa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fc60260352f49c3" /><Relationship Type="http://schemas.openxmlformats.org/officeDocument/2006/relationships/image" Target="/ppt/media/image7.png" Id="Rfa5f78a0985245ce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4ed386480d743df" /><Relationship Type="http://schemas.openxmlformats.org/officeDocument/2006/relationships/image" Target="/ppt/media/image8.png" Id="R4b1ac31da2204779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efa2792b3f841a1" /><Relationship Type="http://schemas.openxmlformats.org/officeDocument/2006/relationships/image" Target="/ppt/media/image9.png" Id="Rd269a7be47ce4a4a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c8e7d44df5245f2" /><Relationship Type="http://schemas.openxmlformats.org/officeDocument/2006/relationships/image" Target="/ppt/media/image10.png" Id="Rc6dfaf6141ca4279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25016e3c3874efa" /><Relationship Type="http://schemas.openxmlformats.org/officeDocument/2006/relationships/image" Target="/ppt/media/image11.png" Id="R73bd1c7e6b5d4194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7a34c91bbde404c" /><Relationship Type="http://schemas.openxmlformats.org/officeDocument/2006/relationships/image" Target="/ppt/media/image12.png" Id="Rd5e625aeb3f242e3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72a93ff4ddd497c" /><Relationship Type="http://schemas.openxmlformats.org/officeDocument/2006/relationships/image" Target="/ppt/media/image13.png" Id="Red0a5a04ef704eb5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99a270148994efa" /><Relationship Type="http://schemas.openxmlformats.org/officeDocument/2006/relationships/image" Target="/ppt/media/image14.png" Id="Rae74528ca5e44c1e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316bfedac7247e9" /><Relationship Type="http://schemas.openxmlformats.org/officeDocument/2006/relationships/image" Target="/ppt/media/image15.png" Id="R4f0f4c1557c448b8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60dc7b122284586" /><Relationship Type="http://schemas.openxmlformats.org/officeDocument/2006/relationships/image" Target="/ppt/media/image16.png" Id="Re3d52448834547ff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11e4704795944a5" /><Relationship Type="http://schemas.openxmlformats.org/officeDocument/2006/relationships/image" Target="/ppt/media/image17.png" Id="Rba526209fd614630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1a0fb94ba8146c0" /><Relationship Type="http://schemas.openxmlformats.org/officeDocument/2006/relationships/image" Target="/ppt/media/image18.png" Id="Rf55c185519344b0e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ee93f64f39040d5" /><Relationship Type="http://schemas.openxmlformats.org/officeDocument/2006/relationships/image" Target="/ppt/media/image19.png" Id="R9bebb0d9abc14f20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100000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b2bbb43e525438a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</p:spTree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100001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117489a510c4f30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</p:spTree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100002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dc61d334d324822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</p:spTree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100003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7dd54b4a6f14736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</p:spTree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100004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e57cf32fc67477c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</p:spTree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100005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64f07ca1a6742fa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</p:spTree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100006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a5f78a0985245ce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</p:spTree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100007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b1ac31da2204779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</p:spTree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100008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269a7be47ce4a4a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</p:spTree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100009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6dfaf6141ca4279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</p:spTree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100010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3bd1c7e6b5d4194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</p:spTree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100011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5e625aeb3f242e3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</p:spTree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100012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d0a5a04ef704eb5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</p:spTree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100013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e74528ca5e44c1e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</p:spTree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100014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f0f4c1557c448b8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</p:spTree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100015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3d52448834547ff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</p:spTree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100016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a526209fd614630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</p:spTree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100017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55c185519344b0e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</p:spTree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100018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bebb0d9abc14f20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ap:Properties xmlns:ap="http://schemas.openxmlformats.org/officeDocument/2006/extended-properties">
  <ap:Application>OfficeCLI/1.0.151</ap:Application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OfficeCLI</dc:creator>
  <dcterms:created xsi:type="dcterms:W3CDTF">2026-10-27T15:41:18.0000000Z</dcterms:created>
  <lastModifiedBy>OfficeCLI</lastModifiedBy>
  <dcterms:modified xsi:type="dcterms:W3CDTF">2026-10-27T15:41:19.4767620Z</dcterms:modified>
</coreProperties>
</file>

<file path=docProps/custom.xml><?xml version="1.0" encoding="utf-8"?>
<op:Properties xmlns:op="http://schemas.openxmlformats.org/officeDocument/2006/custom-properties">
  <op:property fmtid="{D5CDD505-2E9C-101B-9397-08002B2CF9AE}" pid="2" name="OfficeCLI.Version">
    <vt:lpwstr xmlns:vt="http://schemas.openxmlformats.org/officeDocument/2006/docPropsVTypes">1.0.151</vt:lpwstr>
  </op:property>
  <op:property fmtid="{D5CDD505-2E9C-101B-9397-08002B2CF9AE}" pid="3" name="OfficeCLI.LastModified">
    <vt:lpwstr xmlns:vt="http://schemas.openxmlformats.org/officeDocument/2006/docPropsVTypes">2026-10-27T15:41:23Z</vt:lpwstr>
  </op:property>
</op:Properties>
</file>