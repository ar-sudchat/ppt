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f8d39f4aef3424a" /><Relationship Type="http://schemas.openxmlformats.org/package/2006/relationships/metadata/core-properties" Target="/docProps/core.xml" Id="Re03f0facf2894182" /><Relationship Type="http://schemas.openxmlformats.org/officeDocument/2006/relationships/extended-properties" Target="/docProps/app.xml" Id="R1ca4acbfba3845fb" /><Relationship Type="http://schemas.openxmlformats.org/officeDocument/2006/relationships/custom-properties" Target="/docProps/custom.xml" Id="R2e8a48c2d4aa48d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1050ae75e262402a"/>
    <p:sldId id="257" r:id="R58557a18d9c34019"/>
    <p:sldId id="258" r:id="R41a9a67a34b143c2"/>
    <p:sldId id="259" r:id="R15a4f90697414441"/>
    <p:sldId id="260" r:id="R976a01dc160f458d"/>
    <p:sldId id="261" r:id="Rff68af8ad0074b6a"/>
    <p:sldId id="262" r:id="R21a531ee91d4412d"/>
    <p:sldId id="263" r:id="Ra77edefa3eb14504"/>
    <p:sldId id="264" r:id="Recf6c7d03c904404"/>
    <p:sldId id="265" r:id="R38fc270acc3543f6"/>
    <p:sldId id="266" r:id="R1a71bf41c65545ac"/>
    <p:sldId id="267" r:id="Rc2b1897dff5a4235"/>
    <p:sldId id="268" r:id="Ra503bb4ccdbb4c8d"/>
    <p:sldId id="269" r:id="Rc3b5b0b9a7554e80"/>
    <p:sldId id="270" r:id="Rc92b356885034c8f"/>
    <p:sldId id="271" r:id="R644f67458f8342d1"/>
    <p:sldId id="272" r:id="R95908bd6e3734b18"/>
    <p:sldId id="273" r:id="R3a6a55836420498d"/>
    <p:sldId id="274" r:id="Rb31b647f5fb94dc4"/>
  </p:sldIdLst>
  <p:sldSz cx="12191695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050ae75e262402a" /><Relationship Type="http://schemas.openxmlformats.org/officeDocument/2006/relationships/slide" Target="/ppt/slides/slide2.xml" Id="R58557a18d9c34019" /><Relationship Type="http://schemas.openxmlformats.org/officeDocument/2006/relationships/slide" Target="/ppt/slides/slide3.xml" Id="R41a9a67a34b143c2" /><Relationship Type="http://schemas.openxmlformats.org/officeDocument/2006/relationships/slide" Target="/ppt/slides/slide4.xml" Id="R15a4f90697414441" /><Relationship Type="http://schemas.openxmlformats.org/officeDocument/2006/relationships/slide" Target="/ppt/slides/slide5.xml" Id="R976a01dc160f458d" /><Relationship Type="http://schemas.openxmlformats.org/officeDocument/2006/relationships/slide" Target="/ppt/slides/slide6.xml" Id="Rff68af8ad0074b6a" /><Relationship Type="http://schemas.openxmlformats.org/officeDocument/2006/relationships/slide" Target="/ppt/slides/slide7.xml" Id="R21a531ee91d4412d" /><Relationship Type="http://schemas.openxmlformats.org/officeDocument/2006/relationships/slide" Target="/ppt/slides/slide8.xml" Id="Ra77edefa3eb14504" /><Relationship Type="http://schemas.openxmlformats.org/officeDocument/2006/relationships/slide" Target="/ppt/slides/slide9.xml" Id="Recf6c7d03c904404" /><Relationship Type="http://schemas.openxmlformats.org/officeDocument/2006/relationships/slide" Target="/ppt/slides/slide10.xml" Id="R38fc270acc3543f6" /><Relationship Type="http://schemas.openxmlformats.org/officeDocument/2006/relationships/slide" Target="/ppt/slides/slide11.xml" Id="R1a71bf41c65545ac" /><Relationship Type="http://schemas.openxmlformats.org/officeDocument/2006/relationships/slide" Target="/ppt/slides/slide12.xml" Id="Rc2b1897dff5a4235" /><Relationship Type="http://schemas.openxmlformats.org/officeDocument/2006/relationships/slide" Target="/ppt/slides/slide13.xml" Id="Ra503bb4ccdbb4c8d" /><Relationship Type="http://schemas.openxmlformats.org/officeDocument/2006/relationships/slide" Target="/ppt/slides/slide14.xml" Id="Rc3b5b0b9a7554e80" /><Relationship Type="http://schemas.openxmlformats.org/officeDocument/2006/relationships/slide" Target="/ppt/slides/slide15.xml" Id="Rc92b356885034c8f" /><Relationship Type="http://schemas.openxmlformats.org/officeDocument/2006/relationships/slide" Target="/ppt/slides/slide16.xml" Id="R644f67458f8342d1" /><Relationship Type="http://schemas.openxmlformats.org/officeDocument/2006/relationships/slide" Target="/ppt/slides/slide17.xml" Id="R95908bd6e3734b18" /><Relationship Type="http://schemas.openxmlformats.org/officeDocument/2006/relationships/slide" Target="/ppt/slides/slide18.xml" Id="R3a6a55836420498d" /><Relationship Type="http://schemas.openxmlformats.org/officeDocument/2006/relationships/slide" Target="/ppt/slides/slide19.xml" Id="Rb31b647f5fb94dc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38567a7d744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9183b8e4f646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df450037194c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4a7a0a665b424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58518202c8418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549e7aae1c040e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e04ed90634676" /><Relationship Type="http://schemas.openxmlformats.org/officeDocument/2006/relationships/image" Target="/ppt/media/image.png" Id="R5e6fd52b070046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236347fdd47e3" /><Relationship Type="http://schemas.openxmlformats.org/officeDocument/2006/relationships/image" Target="/ppt/media/image2.png" Id="R837ab8790fc04c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3077ec6314463" /><Relationship Type="http://schemas.openxmlformats.org/officeDocument/2006/relationships/image" Target="/ppt/media/image3.png" Id="R4c09546206e14e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7f6d1166640d4" /><Relationship Type="http://schemas.openxmlformats.org/officeDocument/2006/relationships/image" Target="/ppt/media/image4.png" Id="R6b2cc5ebaa3143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b01be74934717" /><Relationship Type="http://schemas.openxmlformats.org/officeDocument/2006/relationships/image" Target="/ppt/media/image5.png" Id="Rabfd1d3ebc2947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49f297c244f1c" /><Relationship Type="http://schemas.openxmlformats.org/officeDocument/2006/relationships/image" Target="/ppt/media/image6.png" Id="Rc948dbb2e99e41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5aaa74de3470f" /><Relationship Type="http://schemas.openxmlformats.org/officeDocument/2006/relationships/image" Target="/ppt/media/image7.png" Id="R61a2d45adc6a49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34089d95b47fb" /><Relationship Type="http://schemas.openxmlformats.org/officeDocument/2006/relationships/image" Target="/ppt/media/image8.png" Id="R4d22fe80b39e40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204a510584bed" /><Relationship Type="http://schemas.openxmlformats.org/officeDocument/2006/relationships/image" Target="/ppt/media/image9.png" Id="R91a917dc435540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d0e3dff13479c" /><Relationship Type="http://schemas.openxmlformats.org/officeDocument/2006/relationships/image" Target="/ppt/media/image10.png" Id="R904d2d09000f40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5fbe774464910" /><Relationship Type="http://schemas.openxmlformats.org/officeDocument/2006/relationships/image" Target="/ppt/media/image11.png" Id="Ra07fccd12b734c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84fa72dec4c6b" /><Relationship Type="http://schemas.openxmlformats.org/officeDocument/2006/relationships/image" Target="/ppt/media/image12.png" Id="R06f8b4b84f3e47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3e7fd36104907" /><Relationship Type="http://schemas.openxmlformats.org/officeDocument/2006/relationships/image" Target="/ppt/media/image13.png" Id="R0a801a0e07714f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99d85eb294265" /><Relationship Type="http://schemas.openxmlformats.org/officeDocument/2006/relationships/image" Target="/ppt/media/image14.png" Id="Rcfc50001a04e4b1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43e0acfc04989" /><Relationship Type="http://schemas.openxmlformats.org/officeDocument/2006/relationships/image" Target="/ppt/media/image15.png" Id="R01dcbbc05d7a4e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272b2a1d347e1" /><Relationship Type="http://schemas.openxmlformats.org/officeDocument/2006/relationships/image" Target="/ppt/media/image16.png" Id="Re28f307edf3d4b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d7650fd264d6d" /><Relationship Type="http://schemas.openxmlformats.org/officeDocument/2006/relationships/image" Target="/ppt/media/image17.png" Id="Rf2626e9e7eed42c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e08f7229540ca" /><Relationship Type="http://schemas.openxmlformats.org/officeDocument/2006/relationships/image" Target="/ppt/media/image18.png" Id="R345d55b86f92471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bae73b4f540ae" /><Relationship Type="http://schemas.openxmlformats.org/officeDocument/2006/relationships/image" Target="/ppt/media/image19.png" Id="Ra2ecb175ce104eb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fd52b070046b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ab8790fc04c1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9546206e14e4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cc5ebaa31437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d1d3ebc2947c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8dbb2e99e412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2d45adc6a493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2fe80b39e40f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917dc4355408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d2d09000f407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fccd12b734c1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8b4b84f3e47b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01a0e07714ff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50001a04e4b1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cbbc05d7a4ee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f307edf3d4b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26e9e7eed42c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d55b86f92471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b175ce104eb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OfficeCLI/1.0.151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2026-10-27T07:40:24.0000000Z</dcterms:created>
  <lastModifiedBy>OfficeCLI</lastModifiedBy>
  <dcterms:modified xsi:type="dcterms:W3CDTF">2026-10-27T07:40:25.3726270Z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1.0.151</vt:lpwstr>
  </op:property>
  <op:property fmtid="{D5CDD505-2E9C-101B-9397-08002B2CF9AE}" pid="3" name="OfficeCLI.LastModified">
    <vt:lpwstr xmlns:vt="http://schemas.openxmlformats.org/officeDocument/2006/docPropsVTypes">2026-10-27T07:40:28Z</vt:lpwstr>
  </op:property>
</op:Properties>
</file>