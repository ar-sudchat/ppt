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72dc71683314fe6" /><Relationship Type="http://schemas.openxmlformats.org/package/2006/relationships/metadata/core-properties" Target="/docProps/core.xml" Id="R285fcfe0e7e140c2" /><Relationship Type="http://schemas.openxmlformats.org/officeDocument/2006/relationships/extended-properties" Target="/docProps/app.xml" Id="R49b23e05a3114554" /><Relationship Type="http://schemas.openxmlformats.org/officeDocument/2006/relationships/custom-properties" Target="/docProps/custom.xml" Id="R6c372dc17bae429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1a0665127eb457a"/>
    <p:sldId id="257" r:id="R09aafd868d324b54"/>
    <p:sldId id="258" r:id="R1d27bcab3c80462b"/>
    <p:sldId id="259" r:id="Rf8aa5777a83c4683"/>
    <p:sldId id="260" r:id="Rb1471e1c81c44c9d"/>
    <p:sldId id="261" r:id="R9cf2dbf8edc1487f"/>
    <p:sldId id="262" r:id="Ra9f3d471406b4c18"/>
    <p:sldId id="263" r:id="Rda1a9a3d632c477e"/>
    <p:sldId id="264" r:id="Ra414fe28d6f949d4"/>
    <p:sldId id="265" r:id="R84a8c73bdfd548d5"/>
    <p:sldId id="266" r:id="R24ffd43932f44012"/>
    <p:sldId id="267" r:id="R0c6d586aface4999"/>
    <p:sldId id="268" r:id="Red4bec9c37c14dd7"/>
    <p:sldId id="269" r:id="R6eebd21b1f024e68"/>
    <p:sldId id="270" r:id="Rf52bed93997d42d1"/>
    <p:sldId id="271" r:id="Rdc9c5c5c6510424b"/>
    <p:sldId id="272" r:id="R730b0681034247ac"/>
    <p:sldId id="273" r:id="R4fe310e9a8f74e3a"/>
    <p:sldId id="274" r:id="R2eda46eac6174e4d"/>
    <p:sldId id="275" r:id="R47e4eed74dcb4112"/>
  </p:sldIdLst>
  <p:sldSz cx="12191695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1a0665127eb457a" /><Relationship Type="http://schemas.openxmlformats.org/officeDocument/2006/relationships/slide" Target="/ppt/slides/slide2.xml" Id="R09aafd868d324b54" /><Relationship Type="http://schemas.openxmlformats.org/officeDocument/2006/relationships/slide" Target="/ppt/slides/slide3.xml" Id="R1d27bcab3c80462b" /><Relationship Type="http://schemas.openxmlformats.org/officeDocument/2006/relationships/slide" Target="/ppt/slides/slide4.xml" Id="Rf8aa5777a83c4683" /><Relationship Type="http://schemas.openxmlformats.org/officeDocument/2006/relationships/slide" Target="/ppt/slides/slide5.xml" Id="Rb1471e1c81c44c9d" /><Relationship Type="http://schemas.openxmlformats.org/officeDocument/2006/relationships/slide" Target="/ppt/slides/slide6.xml" Id="R9cf2dbf8edc1487f" /><Relationship Type="http://schemas.openxmlformats.org/officeDocument/2006/relationships/slide" Target="/ppt/slides/slide7.xml" Id="Ra9f3d471406b4c18" /><Relationship Type="http://schemas.openxmlformats.org/officeDocument/2006/relationships/slide" Target="/ppt/slides/slide8.xml" Id="Rda1a9a3d632c477e" /><Relationship Type="http://schemas.openxmlformats.org/officeDocument/2006/relationships/slide" Target="/ppt/slides/slide9.xml" Id="Ra414fe28d6f949d4" /><Relationship Type="http://schemas.openxmlformats.org/officeDocument/2006/relationships/slide" Target="/ppt/slides/slide10.xml" Id="R84a8c73bdfd548d5" /><Relationship Type="http://schemas.openxmlformats.org/officeDocument/2006/relationships/slide" Target="/ppt/slides/slide11.xml" Id="R24ffd43932f44012" /><Relationship Type="http://schemas.openxmlformats.org/officeDocument/2006/relationships/slide" Target="/ppt/slides/slide12.xml" Id="R0c6d586aface4999" /><Relationship Type="http://schemas.openxmlformats.org/officeDocument/2006/relationships/slide" Target="/ppt/slides/slide13.xml" Id="Red4bec9c37c14dd7" /><Relationship Type="http://schemas.openxmlformats.org/officeDocument/2006/relationships/slide" Target="/ppt/slides/slide14.xml" Id="R6eebd21b1f024e68" /><Relationship Type="http://schemas.openxmlformats.org/officeDocument/2006/relationships/slide" Target="/ppt/slides/slide15.xml" Id="Rf52bed93997d42d1" /><Relationship Type="http://schemas.openxmlformats.org/officeDocument/2006/relationships/slide" Target="/ppt/slides/slide16.xml" Id="Rdc9c5c5c6510424b" /><Relationship Type="http://schemas.openxmlformats.org/officeDocument/2006/relationships/slide" Target="/ppt/slides/slide17.xml" Id="R730b0681034247ac" /><Relationship Type="http://schemas.openxmlformats.org/officeDocument/2006/relationships/slide" Target="/ppt/slides/slide18.xml" Id="R4fe310e9a8f74e3a" /><Relationship Type="http://schemas.openxmlformats.org/officeDocument/2006/relationships/slide" Target="/ppt/slides/slide19.xml" Id="R2eda46eac6174e4d" /><Relationship Type="http://schemas.openxmlformats.org/officeDocument/2006/relationships/slide" Target="/ppt/slides/slide20.xml" Id="R47e4eed74dcb411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d6d7c12e34c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dd217f87047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9836bf1334f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9320eed904c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b1c66e51f403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196585baa404e0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5557b24ad4fd2" /><Relationship Type="http://schemas.openxmlformats.org/officeDocument/2006/relationships/image" Target="/ppt/media/image.png" Id="Re5cc535614de49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ae0fe37b4667" /><Relationship Type="http://schemas.openxmlformats.org/officeDocument/2006/relationships/image" Target="/ppt/media/image2.png" Id="R6bf7576a884146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df0437e854f16" /><Relationship Type="http://schemas.openxmlformats.org/officeDocument/2006/relationships/image" Target="/ppt/media/image3.png" Id="R9ae3f7de370d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6a4b31028464e" /><Relationship Type="http://schemas.openxmlformats.org/officeDocument/2006/relationships/image" Target="/ppt/media/image4.png" Id="Rfe9a129860574f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f0cf169414f73" /><Relationship Type="http://schemas.openxmlformats.org/officeDocument/2006/relationships/image" Target="/ppt/media/image5.png" Id="Rb16d0b0a6c7140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00ed538cc4bb9" /><Relationship Type="http://schemas.openxmlformats.org/officeDocument/2006/relationships/image" Target="/ppt/media/image6.png" Id="R216bc1d4fe7d4c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5cb204e004ee7" /><Relationship Type="http://schemas.openxmlformats.org/officeDocument/2006/relationships/image" Target="/ppt/media/image7.png" Id="Rf6df34ff9389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662f72a054a25" /><Relationship Type="http://schemas.openxmlformats.org/officeDocument/2006/relationships/image" Target="/ppt/media/image8.png" Id="R5e1bb8a24aba4a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32e1b67d541f9" /><Relationship Type="http://schemas.openxmlformats.org/officeDocument/2006/relationships/image" Target="/ppt/media/image9.png" Id="Rcb7206398d6d47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dbc7295b64f99" /><Relationship Type="http://schemas.openxmlformats.org/officeDocument/2006/relationships/image" Target="/ppt/media/image10.png" Id="R4eb85eb74a2a4c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a7fe6bcb04100" /><Relationship Type="http://schemas.openxmlformats.org/officeDocument/2006/relationships/image" Target="/ppt/media/image11.png" Id="R0feb43d0c1d14c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7aa007fe54717" /><Relationship Type="http://schemas.openxmlformats.org/officeDocument/2006/relationships/image" Target="/ppt/media/image12.png" Id="R8de550d0e63b47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19f1b2d774456" /><Relationship Type="http://schemas.openxmlformats.org/officeDocument/2006/relationships/image" Target="/ppt/media/image13.png" Id="R88a276359e454c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1a7af925e400e" /><Relationship Type="http://schemas.openxmlformats.org/officeDocument/2006/relationships/image" Target="/ppt/media/image14.png" Id="Ra8604cf42da045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afd3d7cef4b4d" /><Relationship Type="http://schemas.openxmlformats.org/officeDocument/2006/relationships/image" Target="/ppt/media/image15.png" Id="Rb831f886f24744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2c9d7eb364014" /><Relationship Type="http://schemas.openxmlformats.org/officeDocument/2006/relationships/image" Target="/ppt/media/image16.png" Id="Reae54630e72d4d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749e5d8f4c55" /><Relationship Type="http://schemas.openxmlformats.org/officeDocument/2006/relationships/image" Target="/ppt/media/image17.png" Id="R6ad94be477ea44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3efa635cc42d0" /><Relationship Type="http://schemas.openxmlformats.org/officeDocument/2006/relationships/image" Target="/ppt/media/image18.png" Id="R77e7d696cb4e40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0c04096524ffb" /><Relationship Type="http://schemas.openxmlformats.org/officeDocument/2006/relationships/image" Target="/ppt/media/image19.png" Id="Ra3de650e84e14f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5d5689e7a4fcf" /><Relationship Type="http://schemas.openxmlformats.org/officeDocument/2006/relationships/image" Target="/ppt/media/image20.png" Id="R089589eef2234b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c535614de49b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7576a8841464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3f7de370d427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a129860574fb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d0b0a6c71404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bc1d4fe7d4c3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f34ff9389454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bb8a24aba4a9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206398d6d476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85eb74a2a4cf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b43d0c1d14cc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0d0e63b47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276359e454c5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04cf42da045f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1f886f247449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54630e72d4da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94be477ea44c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7d696cb4e400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e650e84e14f9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589eef2234b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2026-10-28T03:35:54.0000000Z</dcterms:created>
  <lastModifiedBy>OfficeCLI</lastModifiedBy>
  <dcterms:modified xsi:type="dcterms:W3CDTF">2026-10-28T03:35:55.4046260Z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2026-10-28T03:35:58Z</vt:lpwstr>
  </op:property>
</op:Properties>
</file>