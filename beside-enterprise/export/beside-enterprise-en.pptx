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cc277e758d4482d" /><Relationship Type="http://schemas.openxmlformats.org/package/2006/relationships/metadata/core-properties" Target="/docProps/core.xml" Id="R12c4234fb45b4784" /><Relationship Type="http://schemas.openxmlformats.org/officeDocument/2006/relationships/extended-properties" Target="/docProps/app.xml" Id="R4a36fd7595414709" /><Relationship Type="http://schemas.openxmlformats.org/officeDocument/2006/relationships/custom-properties" Target="/docProps/custom.xml" Id="Rc1e25315affb4a7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bf42c335ea648f0"/>
    <p:sldId id="257" r:id="R103e3f832cb74931"/>
    <p:sldId id="258" r:id="R7aa1348f08904dbf"/>
    <p:sldId id="259" r:id="R40b27e944f0a4de6"/>
    <p:sldId id="260" r:id="R85bf6c9336ac4911"/>
    <p:sldId id="261" r:id="R98bd95793bbb45e0"/>
    <p:sldId id="262" r:id="R25dccf7884094deb"/>
    <p:sldId id="263" r:id="R3a7a803ec8c9431c"/>
    <p:sldId id="264" r:id="Rba8eecfbc51f49c8"/>
  </p:sldIdLst>
  <p:sldSz cx="12191695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bf42c335ea648f0" /><Relationship Type="http://schemas.openxmlformats.org/officeDocument/2006/relationships/slide" Target="/ppt/slides/slide2.xml" Id="R103e3f832cb74931" /><Relationship Type="http://schemas.openxmlformats.org/officeDocument/2006/relationships/slide" Target="/ppt/slides/slide3.xml" Id="R7aa1348f08904dbf" /><Relationship Type="http://schemas.openxmlformats.org/officeDocument/2006/relationships/slide" Target="/ppt/slides/slide4.xml" Id="R40b27e944f0a4de6" /><Relationship Type="http://schemas.openxmlformats.org/officeDocument/2006/relationships/slide" Target="/ppt/slides/slide5.xml" Id="R85bf6c9336ac4911" /><Relationship Type="http://schemas.openxmlformats.org/officeDocument/2006/relationships/slide" Target="/ppt/slides/slide6.xml" Id="R98bd95793bbb45e0" /><Relationship Type="http://schemas.openxmlformats.org/officeDocument/2006/relationships/slide" Target="/ppt/slides/slide7.xml" Id="R25dccf7884094deb" /><Relationship Type="http://schemas.openxmlformats.org/officeDocument/2006/relationships/slide" Target="/ppt/slides/slide8.xml" Id="R3a7a803ec8c9431c" /><Relationship Type="http://schemas.openxmlformats.org/officeDocument/2006/relationships/slide" Target="/ppt/slides/slide9.xml" Id="Rba8eecfbc51f49c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f3b90dd2c4e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22d25d9a041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48b89563b4b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a9d4322a44f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8a07b34d94a2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666c326ed62414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80ed8e09c4079" /><Relationship Type="http://schemas.openxmlformats.org/officeDocument/2006/relationships/image" Target="/ppt/media/image.png" Id="Rfcadd206e8c2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91f6326446a9" /><Relationship Type="http://schemas.openxmlformats.org/officeDocument/2006/relationships/image" Target="/ppt/media/image2.png" Id="R8b65a499a03a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000434f5848ee" /><Relationship Type="http://schemas.openxmlformats.org/officeDocument/2006/relationships/image" Target="/ppt/media/image3.png" Id="R2e807a46234047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01deac9f4b00" /><Relationship Type="http://schemas.openxmlformats.org/officeDocument/2006/relationships/image" Target="/ppt/media/image4.png" Id="Rcba2b6cbd4e6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33bdecaa64ae0" /><Relationship Type="http://schemas.openxmlformats.org/officeDocument/2006/relationships/image" Target="/ppt/media/image5.png" Id="R228d956fe1194f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02b057b5647fd" /><Relationship Type="http://schemas.openxmlformats.org/officeDocument/2006/relationships/image" Target="/ppt/media/image6.png" Id="Rbe5b45bb60ba41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82d23cb844446" /><Relationship Type="http://schemas.openxmlformats.org/officeDocument/2006/relationships/image" Target="/ppt/media/image7.png" Id="Rabf4674395054a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b43ae0dc04ef8" /><Relationship Type="http://schemas.openxmlformats.org/officeDocument/2006/relationships/image" Target="/ppt/media/image8.png" Id="R4bfa64e7b912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3d233fe8b4302" /><Relationship Type="http://schemas.openxmlformats.org/officeDocument/2006/relationships/image" Target="/ppt/media/image9.png" Id="R57125e898bdd40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dd206e8c2455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5a499a03a4d4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07a46234047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2b6cbd4e6450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d956fe1194f7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b45bb60ba41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4674395054aa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a64e7b9124a9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25e898bdd40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2026-10-28T11:37:45.0000000Z</dcterms:created>
  <lastModifiedBy>OfficeCLI</lastModifiedBy>
  <dcterms:modified xsi:type="dcterms:W3CDTF">2026-10-28T11:37:45.9229040Z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2026-10-28T11:37:47Z</vt:lpwstr>
  </op:property>
</op:Properties>
</file>