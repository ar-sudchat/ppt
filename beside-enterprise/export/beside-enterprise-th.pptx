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png" ContentType="image/pn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2afbc0eb87be4de1" /><Relationship Type="http://schemas.openxmlformats.org/package/2006/relationships/metadata/core-properties" Target="/docProps/core.xml" Id="R9743b4dbd7294b0b" /><Relationship Type="http://schemas.openxmlformats.org/officeDocument/2006/relationships/extended-properties" Target="/docProps/app.xml" Id="R17307840df8a42aa" /><Relationship Type="http://schemas.openxmlformats.org/officeDocument/2006/relationships/custom-properties" Target="/docProps/custom.xml" Id="Ra4b44e69b7324ba2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6edcac755ca74511"/>
    <p:sldId id="257" r:id="R39c57d2baf314e58"/>
    <p:sldId id="258" r:id="Re3d18e7637d840c7"/>
    <p:sldId id="259" r:id="Rd37726f848d9460d"/>
    <p:sldId id="260" r:id="R504e672c231442a5"/>
    <p:sldId id="261" r:id="R682715471ebe4c14"/>
    <p:sldId id="262" r:id="R71cd72190e61426e"/>
    <p:sldId id="263" r:id="Rb07a0a123dca4fa3"/>
    <p:sldId id="264" r:id="R206816269ebe4d65"/>
  </p:sldIdLst>
  <p:sldSz cx="12191695" cy="6858000" type="custom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6edcac755ca74511" /><Relationship Type="http://schemas.openxmlformats.org/officeDocument/2006/relationships/slide" Target="/ppt/slides/slide2.xml" Id="R39c57d2baf314e58" /><Relationship Type="http://schemas.openxmlformats.org/officeDocument/2006/relationships/slide" Target="/ppt/slides/slide3.xml" Id="Re3d18e7637d840c7" /><Relationship Type="http://schemas.openxmlformats.org/officeDocument/2006/relationships/slide" Target="/ppt/slides/slide4.xml" Id="Rd37726f848d9460d" /><Relationship Type="http://schemas.openxmlformats.org/officeDocument/2006/relationships/slide" Target="/ppt/slides/slide5.xml" Id="R504e672c231442a5" /><Relationship Type="http://schemas.openxmlformats.org/officeDocument/2006/relationships/slide" Target="/ppt/slides/slide6.xml" Id="R682715471ebe4c14" /><Relationship Type="http://schemas.openxmlformats.org/officeDocument/2006/relationships/slide" Target="/ppt/slides/slide7.xml" Id="R71cd72190e61426e" /><Relationship Type="http://schemas.openxmlformats.org/officeDocument/2006/relationships/slide" Target="/ppt/slides/slide8.xml" Id="Rb07a0a123dca4fa3" /><Relationship Type="http://schemas.openxmlformats.org/officeDocument/2006/relationships/slide" Target="/ppt/slides/slide9.xml" Id="R206816269ebe4d65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e0f9389c0d4ba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bb3751d4c64a9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242d7a8c944d6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021ba3c25441d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981a20fe8445c8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7c14f43e4dc64b4d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bc3780087b463f" /><Relationship Type="http://schemas.openxmlformats.org/officeDocument/2006/relationships/image" Target="/ppt/media/image.png" Id="Rae340fb4f2054d7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0f0097c90a4148" /><Relationship Type="http://schemas.openxmlformats.org/officeDocument/2006/relationships/image" Target="/ppt/media/image2.png" Id="Rba71633e9d8541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b3b0dcc90349f4" /><Relationship Type="http://schemas.openxmlformats.org/officeDocument/2006/relationships/image" Target="/ppt/media/image3.png" Id="Rd7b60784c51648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7a1c3b543d4b8c" /><Relationship Type="http://schemas.openxmlformats.org/officeDocument/2006/relationships/image" Target="/ppt/media/image4.png" Id="R7bc780318deb45c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195bab497d4b9f" /><Relationship Type="http://schemas.openxmlformats.org/officeDocument/2006/relationships/image" Target="/ppt/media/image5.png" Id="R43fbd946c0ba426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8d5cad60704cb2" /><Relationship Type="http://schemas.openxmlformats.org/officeDocument/2006/relationships/image" Target="/ppt/media/image6.png" Id="R830b95cbed754a4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7b8294fcbc4151" /><Relationship Type="http://schemas.openxmlformats.org/officeDocument/2006/relationships/image" Target="/ppt/media/image7.png" Id="R91ca7c330fc446a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31bdb91fb6473c" /><Relationship Type="http://schemas.openxmlformats.org/officeDocument/2006/relationships/image" Target="/ppt/media/image8.png" Id="Re876661cc044434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4aee6c8c6a4270" /><Relationship Type="http://schemas.openxmlformats.org/officeDocument/2006/relationships/image" Target="/ppt/media/image9.png" Id="Rd70b08a5a454438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00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340fb4f2054d7f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01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71633e9d8541da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0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b60784c51648c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03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c780318deb45ca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04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fbd946c0ba426f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05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0b95cbed754a4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06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ca7c330fc446a4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07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76661cc044434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08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0b08a5a454438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OfficeCLI/1.0.151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OfficeCLI</dc:creator>
  <dcterms:created xsi:type="dcterms:W3CDTF">2026-10-28T11:37:27.0000000Z</dcterms:created>
  <lastModifiedBy>OfficeCLI</lastModifiedBy>
  <dcterms:modified xsi:type="dcterms:W3CDTF">2026-10-28T11:37:28.5937950Z</dcterms:modified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1.0.151</vt:lpwstr>
  </op:property>
  <op:property fmtid="{D5CDD505-2E9C-101B-9397-08002B2CF9AE}" pid="3" name="OfficeCLI.LastModified">
    <vt:lpwstr xmlns:vt="http://schemas.openxmlformats.org/officeDocument/2006/docPropsVTypes">2026-10-28T11:37:30Z</vt:lpwstr>
  </op:property>
</op:Properties>
</file>