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c45dea0e0254ceb" /><Relationship Type="http://schemas.openxmlformats.org/package/2006/relationships/metadata/core-properties" Target="/docProps/core.xml" Id="Re1385594fe0e4c3e" /><Relationship Type="http://schemas.openxmlformats.org/officeDocument/2006/relationships/extended-properties" Target="/docProps/app.xml" Id="R0beedbe9be2b4610" /><Relationship Type="http://schemas.openxmlformats.org/officeDocument/2006/relationships/custom-properties" Target="/docProps/custom.xml" Id="R07dcdfc6a4b445a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2e2e57c70ea44c7"/>
    <p:sldId id="257" r:id="R7699e30444bb4b9d"/>
    <p:sldId id="258" r:id="R2e99e34e5bdd402e"/>
    <p:sldId id="259" r:id="R76e8712c89f145b2"/>
    <p:sldId id="260" r:id="R46996a195c5a4989"/>
    <p:sldId id="261" r:id="R8de32e312863489a"/>
    <p:sldId id="262" r:id="R452dae0d43004776"/>
    <p:sldId id="263" r:id="R3b0ad3fcc7dc421e"/>
    <p:sldId id="264" r:id="R4686718d6a0f4b54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2e2e57c70ea44c7" /><Relationship Type="http://schemas.openxmlformats.org/officeDocument/2006/relationships/slide" Target="/ppt/slides/slide2.xml" Id="R7699e30444bb4b9d" /><Relationship Type="http://schemas.openxmlformats.org/officeDocument/2006/relationships/slide" Target="/ppt/slides/slide3.xml" Id="R2e99e34e5bdd402e" /><Relationship Type="http://schemas.openxmlformats.org/officeDocument/2006/relationships/slide" Target="/ppt/slides/slide4.xml" Id="R76e8712c89f145b2" /><Relationship Type="http://schemas.openxmlformats.org/officeDocument/2006/relationships/slide" Target="/ppt/slides/slide5.xml" Id="R46996a195c5a4989" /><Relationship Type="http://schemas.openxmlformats.org/officeDocument/2006/relationships/slide" Target="/ppt/slides/slide6.xml" Id="R8de32e312863489a" /><Relationship Type="http://schemas.openxmlformats.org/officeDocument/2006/relationships/slide" Target="/ppt/slides/slide7.xml" Id="R452dae0d43004776" /><Relationship Type="http://schemas.openxmlformats.org/officeDocument/2006/relationships/slide" Target="/ppt/slides/slide8.xml" Id="R3b0ad3fcc7dc421e" /><Relationship Type="http://schemas.openxmlformats.org/officeDocument/2006/relationships/slide" Target="/ppt/slides/slide9.xml" Id="R4686718d6a0f4b5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ebd10856d45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863c601de47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8b498aad949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cf27184034b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7cc417ebc4fb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481ec07118d42f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1ce2ac5b0439c" /><Relationship Type="http://schemas.openxmlformats.org/officeDocument/2006/relationships/image" Target="/ppt/media/image.png" Id="R76ca08e00d38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5384657c747a5" /><Relationship Type="http://schemas.openxmlformats.org/officeDocument/2006/relationships/image" Target="/ppt/media/image2.png" Id="Rd382ef61d46e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cd8d40a574abb" /><Relationship Type="http://schemas.openxmlformats.org/officeDocument/2006/relationships/image" Target="/ppt/media/image3.png" Id="R9b505c2e04bc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efb6ee8e422a" /><Relationship Type="http://schemas.openxmlformats.org/officeDocument/2006/relationships/image" Target="/ppt/media/image4.png" Id="R4514023491aa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fa6697af34fd1" /><Relationship Type="http://schemas.openxmlformats.org/officeDocument/2006/relationships/image" Target="/ppt/media/image5.png" Id="Rc4a73306c3d343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099d2bf3d4dae" /><Relationship Type="http://schemas.openxmlformats.org/officeDocument/2006/relationships/image" Target="/ppt/media/image6.png" Id="R3ad5a10d033241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6227f0ec94f5f" /><Relationship Type="http://schemas.openxmlformats.org/officeDocument/2006/relationships/image" Target="/ppt/media/image7.png" Id="Rf93ca22eb9d6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9b73eb7084cc8" /><Relationship Type="http://schemas.openxmlformats.org/officeDocument/2006/relationships/image" Target="/ppt/media/image8.png" Id="R0cc2ab09311f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310fb331b4a2d" /><Relationship Type="http://schemas.openxmlformats.org/officeDocument/2006/relationships/image" Target="/ppt/media/image9.png" Id="R90ba64e9d19747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a08e00d3845a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2ef61d46e48d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05c2e04bc4a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4023491aa48d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73306c3d343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5a10d033241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ca22eb9d649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2ab09311f4b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a64e9d197475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2026-10-28T11:34:15.0000000Z</dcterms:created>
  <lastModifiedBy>OfficeCLI</lastModifiedBy>
  <dcterms:modified xsi:type="dcterms:W3CDTF">2026-10-28T11:34:16.0662140Z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2026-10-28T11:34:17Z</vt:lpwstr>
  </op:property>
</op:Properties>
</file>