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png" ContentType="image/png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aaae75812de8443c" /><Relationship Type="http://schemas.openxmlformats.org/package/2006/relationships/metadata/core-properties" Target="/docProps/core.xml" Id="R92b67f57ac2149be" /><Relationship Type="http://schemas.openxmlformats.org/officeDocument/2006/relationships/extended-properties" Target="/docProps/app.xml" Id="Rfaba1893629c4f3b" /><Relationship Type="http://schemas.openxmlformats.org/officeDocument/2006/relationships/custom-properties" Target="/docProps/custom.xml" Id="Rfa6f7862c79d4682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10fd90b1808245c6"/>
    <p:sldId id="257" r:id="R2c0d4bacf4744b73"/>
    <p:sldId id="258" r:id="R8057031816c44b87"/>
    <p:sldId id="259" r:id="Rd54867efee0c4274"/>
    <p:sldId id="260" r:id="R66c4634692b6477e"/>
    <p:sldId id="261" r:id="Re68f926fc03a433c"/>
    <p:sldId id="262" r:id="R10bf2e3d210d4a62"/>
    <p:sldId id="263" r:id="R53be72e6f5e746fd"/>
    <p:sldId id="264" r:id="Rdcdfc848509744c7"/>
  </p:sldIdLst>
  <p:sldSz cx="12191695" cy="6858000" type="custom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10fd90b1808245c6" /><Relationship Type="http://schemas.openxmlformats.org/officeDocument/2006/relationships/slide" Target="/ppt/slides/slide2.xml" Id="R2c0d4bacf4744b73" /><Relationship Type="http://schemas.openxmlformats.org/officeDocument/2006/relationships/slide" Target="/ppt/slides/slide3.xml" Id="R8057031816c44b87" /><Relationship Type="http://schemas.openxmlformats.org/officeDocument/2006/relationships/slide" Target="/ppt/slides/slide4.xml" Id="Rd54867efee0c4274" /><Relationship Type="http://schemas.openxmlformats.org/officeDocument/2006/relationships/slide" Target="/ppt/slides/slide5.xml" Id="R66c4634692b6477e" /><Relationship Type="http://schemas.openxmlformats.org/officeDocument/2006/relationships/slide" Target="/ppt/slides/slide6.xml" Id="Re68f926fc03a433c" /><Relationship Type="http://schemas.openxmlformats.org/officeDocument/2006/relationships/slide" Target="/ppt/slides/slide7.xml" Id="R10bf2e3d210d4a62" /><Relationship Type="http://schemas.openxmlformats.org/officeDocument/2006/relationships/slide" Target="/ppt/slides/slide8.xml" Id="R53be72e6f5e746fd" /><Relationship Type="http://schemas.openxmlformats.org/officeDocument/2006/relationships/slide" Target="/ppt/slides/slide9.xml" Id="Rdcdfc848509744c7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073103a60f485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f792bd91ee483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20eb8a22e741f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3108926118496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b6790290a248ef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d0987a8b8cff478a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ac30c2a07b4f22" /><Relationship Type="http://schemas.openxmlformats.org/officeDocument/2006/relationships/image" Target="/ppt/media/image.png" Id="R9f3e957291b14ef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47cdb6ee984ecf" /><Relationship Type="http://schemas.openxmlformats.org/officeDocument/2006/relationships/image" Target="/ppt/media/image2.png" Id="R228b21a5736a4cb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5168de8f9a4f53" /><Relationship Type="http://schemas.openxmlformats.org/officeDocument/2006/relationships/image" Target="/ppt/media/image3.png" Id="Ra6dfdbe8ecc54ed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ce39410be24b76" /><Relationship Type="http://schemas.openxmlformats.org/officeDocument/2006/relationships/image" Target="/ppt/media/image4.png" Id="R5b67dcb3f36948c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b70ef1d2dc4789" /><Relationship Type="http://schemas.openxmlformats.org/officeDocument/2006/relationships/image" Target="/ppt/media/image5.png" Id="Re3725d9a8b3f466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7813f6abf741f3" /><Relationship Type="http://schemas.openxmlformats.org/officeDocument/2006/relationships/image" Target="/ppt/media/image6.png" Id="Rd463684d03f741e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b3deb544314398" /><Relationship Type="http://schemas.openxmlformats.org/officeDocument/2006/relationships/image" Target="/ppt/media/image7.png" Id="R92197e51adab47a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f604e24349492b" /><Relationship Type="http://schemas.openxmlformats.org/officeDocument/2006/relationships/image" Target="/ppt/media/image8.png" Id="Rb23f88f8ce4e423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769f6f72c1497b" /><Relationship Type="http://schemas.openxmlformats.org/officeDocument/2006/relationships/image" Target="/ppt/media/image9.png" Id="Rb5b27f5c5de64c6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00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3e957291b14ef7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01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8b21a5736a4cb8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</p:spTree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0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dfdbe8ecc54ed7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</p:spTree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03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67dcb3f36948c7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</p:spTree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04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725d9a8b3f466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</p:spTree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05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63684d03f741e2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</p:spTree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06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197e51adab47ad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</p:spTree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07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3f88f8ce4e4234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</p:spTree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08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b27f5c5de64c61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OfficeCLI/1.0.151</ap:Application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OfficeCLI</dc:creator>
  <dcterms:created xsi:type="dcterms:W3CDTF">2026-10-28T11:34:32.0000000Z</dcterms:created>
  <lastModifiedBy>OfficeCLI</lastModifiedBy>
  <dcterms:modified xsi:type="dcterms:W3CDTF">2026-10-28T11:34:33.3269080Z</dcterms:modified>
</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1.0.151</vt:lpwstr>
  </op:property>
  <op:property fmtid="{D5CDD505-2E9C-101B-9397-08002B2CF9AE}" pid="3" name="OfficeCLI.LastModified">
    <vt:lpwstr xmlns:vt="http://schemas.openxmlformats.org/officeDocument/2006/docPropsVTypes">2026-10-28T11:34:34Z</vt:lpwstr>
  </op:property>
</op:Properties>
</file>